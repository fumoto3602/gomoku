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45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B90AB-67C6-40B7-9CB8-7949EC90E7F5}" type="datetimeFigureOut">
              <a:rPr kumimoji="1" lang="ja-JP" altLang="en-US" smtClean="0"/>
              <a:t>2026/1/24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4AA4F-4E7E-43D0-BD95-6E7A33ED73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7641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B90AB-67C6-40B7-9CB8-7949EC90E7F5}" type="datetimeFigureOut">
              <a:rPr kumimoji="1" lang="ja-JP" altLang="en-US" smtClean="0"/>
              <a:t>2026/1/24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4AA4F-4E7E-43D0-BD95-6E7A33ED73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32784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B90AB-67C6-40B7-9CB8-7949EC90E7F5}" type="datetimeFigureOut">
              <a:rPr kumimoji="1" lang="ja-JP" altLang="en-US" smtClean="0"/>
              <a:t>2026/1/24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4AA4F-4E7E-43D0-BD95-6E7A33ED73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90373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B90AB-67C6-40B7-9CB8-7949EC90E7F5}" type="datetimeFigureOut">
              <a:rPr kumimoji="1" lang="ja-JP" altLang="en-US" smtClean="0"/>
              <a:t>2026/1/24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4AA4F-4E7E-43D0-BD95-6E7A33ED73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31714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B90AB-67C6-40B7-9CB8-7949EC90E7F5}" type="datetimeFigureOut">
              <a:rPr kumimoji="1" lang="ja-JP" altLang="en-US" smtClean="0"/>
              <a:t>2026/1/24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4AA4F-4E7E-43D0-BD95-6E7A33ED73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5390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B90AB-67C6-40B7-9CB8-7949EC90E7F5}" type="datetimeFigureOut">
              <a:rPr kumimoji="1" lang="ja-JP" altLang="en-US" smtClean="0"/>
              <a:t>2026/1/24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4AA4F-4E7E-43D0-BD95-6E7A33ED73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2889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B90AB-67C6-40B7-9CB8-7949EC90E7F5}" type="datetimeFigureOut">
              <a:rPr kumimoji="1" lang="ja-JP" altLang="en-US" smtClean="0"/>
              <a:t>2026/1/24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4AA4F-4E7E-43D0-BD95-6E7A33ED73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161326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B90AB-67C6-40B7-9CB8-7949EC90E7F5}" type="datetimeFigureOut">
              <a:rPr kumimoji="1" lang="ja-JP" altLang="en-US" smtClean="0"/>
              <a:t>2026/1/24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4AA4F-4E7E-43D0-BD95-6E7A33ED73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45511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B90AB-67C6-40B7-9CB8-7949EC90E7F5}" type="datetimeFigureOut">
              <a:rPr kumimoji="1" lang="ja-JP" altLang="en-US" smtClean="0"/>
              <a:t>2026/1/24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4AA4F-4E7E-43D0-BD95-6E7A33ED73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70700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B90AB-67C6-40B7-9CB8-7949EC90E7F5}" type="datetimeFigureOut">
              <a:rPr kumimoji="1" lang="ja-JP" altLang="en-US" smtClean="0"/>
              <a:t>2026/1/24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4AA4F-4E7E-43D0-BD95-6E7A33ED73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6993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B90AB-67C6-40B7-9CB8-7949EC90E7F5}" type="datetimeFigureOut">
              <a:rPr kumimoji="1" lang="ja-JP" altLang="en-US" smtClean="0"/>
              <a:t>2026/1/24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4AA4F-4E7E-43D0-BD95-6E7A33ED73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95631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8B90AB-67C6-40B7-9CB8-7949EC90E7F5}" type="datetimeFigureOut">
              <a:rPr kumimoji="1" lang="ja-JP" altLang="en-US" smtClean="0"/>
              <a:t>2026/1/24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A4AA4F-4E7E-43D0-BD95-6E7A33ED73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02496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516545B-3158-9DB8-DA4F-0CE8A3DDD380}"/>
              </a:ext>
            </a:extLst>
          </p:cNvPr>
          <p:cNvSpPr txBox="1"/>
          <p:nvPr/>
        </p:nvSpPr>
        <p:spPr>
          <a:xfrm>
            <a:off x="9050795" y="153279"/>
            <a:ext cx="738664" cy="653640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kumimoji="1" lang="ja-JP" altLang="en-US" b="1" dirty="0"/>
              <a:t>かんじの よみ                        </a:t>
            </a:r>
            <a:endParaRPr kumimoji="1" lang="en-US" altLang="ja-JP" b="1" dirty="0"/>
          </a:p>
          <a:p>
            <a:r>
              <a:rPr kumimoji="1" lang="en-US" altLang="ja-JP" dirty="0"/>
              <a:t>                                                </a:t>
            </a:r>
            <a:r>
              <a:rPr kumimoji="1" lang="ja-JP" altLang="en-US" dirty="0"/>
              <a:t>なまえ（                                                    ）</a:t>
            </a:r>
            <a:endParaRPr kumimoji="1" lang="en-US" altLang="ja-JP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5093956-18F0-9988-ED54-F4863DF3B931}"/>
              </a:ext>
            </a:extLst>
          </p:cNvPr>
          <p:cNvSpPr txBox="1"/>
          <p:nvPr/>
        </p:nvSpPr>
        <p:spPr>
          <a:xfrm>
            <a:off x="3237087" y="153279"/>
            <a:ext cx="5570756" cy="2846292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>
              <a:lnSpc>
                <a:spcPct val="250000"/>
              </a:lnSpc>
            </a:pPr>
            <a:r>
              <a:rPr kumimoji="1" lang="en-US" altLang="ja-JP" sz="2000" dirty="0"/>
              <a:t>   (                                          )</a:t>
            </a:r>
          </a:p>
          <a:p>
            <a:r>
              <a:rPr kumimoji="1" lang="ja-JP" altLang="en-US" sz="2000" dirty="0"/>
              <a:t>①</a:t>
            </a:r>
            <a:r>
              <a:rPr kumimoji="1" lang="ja-JP" altLang="en-US" sz="2000" b="1" u="sng" dirty="0"/>
              <a:t>今日</a:t>
            </a:r>
            <a:r>
              <a:rPr kumimoji="1" lang="ja-JP" altLang="en-US" sz="2000" dirty="0"/>
              <a:t>はプールです。</a:t>
            </a:r>
            <a:endParaRPr kumimoji="1" lang="en-US" altLang="ja-JP" sz="900" dirty="0"/>
          </a:p>
          <a:p>
            <a:pPr>
              <a:lnSpc>
                <a:spcPct val="250000"/>
              </a:lnSpc>
            </a:pPr>
            <a:r>
              <a:rPr kumimoji="1" lang="en-US" altLang="ja-JP" sz="2000" dirty="0"/>
              <a:t>   (                                          )</a:t>
            </a:r>
          </a:p>
          <a:p>
            <a:r>
              <a:rPr kumimoji="1" lang="ja-JP" altLang="en-US" sz="2000" dirty="0"/>
              <a:t>②</a:t>
            </a:r>
            <a:r>
              <a:rPr kumimoji="1" lang="ja-JP" altLang="en-US" sz="2000" b="1" u="sng" dirty="0"/>
              <a:t>月</a:t>
            </a:r>
            <a:r>
              <a:rPr kumimoji="1" lang="ja-JP" altLang="en-US" sz="2000" dirty="0"/>
              <a:t>ようびです。</a:t>
            </a:r>
            <a:endParaRPr kumimoji="1" lang="en-US" altLang="ja-JP" sz="900" dirty="0"/>
          </a:p>
          <a:p>
            <a:pPr>
              <a:lnSpc>
                <a:spcPct val="250000"/>
              </a:lnSpc>
            </a:pPr>
            <a:r>
              <a:rPr kumimoji="1" lang="en-US" altLang="ja-JP" sz="2000" dirty="0"/>
              <a:t>   (                                          )</a:t>
            </a:r>
          </a:p>
          <a:p>
            <a:r>
              <a:rPr kumimoji="1" lang="ja-JP" altLang="en-US" sz="2000" dirty="0"/>
              <a:t>③</a:t>
            </a:r>
            <a:r>
              <a:rPr kumimoji="1" lang="ja-JP" altLang="en-US" sz="2000" b="1" u="sng" dirty="0"/>
              <a:t>学校</a:t>
            </a:r>
            <a:r>
              <a:rPr kumimoji="1" lang="ja-JP" altLang="en-US" sz="2000" dirty="0"/>
              <a:t>にいきました。</a:t>
            </a:r>
            <a:endParaRPr kumimoji="1" lang="en-US" altLang="ja-JP" sz="900" dirty="0"/>
          </a:p>
          <a:p>
            <a:pPr>
              <a:lnSpc>
                <a:spcPct val="250000"/>
              </a:lnSpc>
            </a:pPr>
            <a:r>
              <a:rPr kumimoji="1" lang="en-US" altLang="ja-JP" sz="2000" dirty="0"/>
              <a:t>   (                                          )</a:t>
            </a:r>
          </a:p>
          <a:p>
            <a:r>
              <a:rPr kumimoji="1" lang="ja-JP" altLang="en-US" sz="2000" dirty="0"/>
              <a:t>④</a:t>
            </a:r>
            <a:r>
              <a:rPr kumimoji="1" lang="ja-JP" altLang="en-US" sz="2000" b="1" u="sng" dirty="0"/>
              <a:t>水</a:t>
            </a:r>
            <a:r>
              <a:rPr kumimoji="1" lang="ja-JP" altLang="en-US" sz="2000" dirty="0"/>
              <a:t>のなかにはいる。</a:t>
            </a:r>
            <a:endParaRPr kumimoji="1" lang="en-US" altLang="ja-JP" sz="900" dirty="0"/>
          </a:p>
          <a:p>
            <a:pPr>
              <a:lnSpc>
                <a:spcPct val="250000"/>
              </a:lnSpc>
            </a:pPr>
            <a:r>
              <a:rPr kumimoji="1" lang="en-US" altLang="ja-JP" sz="2000" dirty="0"/>
              <a:t>   (                                          )</a:t>
            </a:r>
          </a:p>
          <a:p>
            <a:r>
              <a:rPr kumimoji="1" lang="ja-JP" altLang="en-US" sz="2000" dirty="0"/>
              <a:t>⑤プールは</a:t>
            </a:r>
            <a:r>
              <a:rPr kumimoji="1" lang="ja-JP" altLang="en-US" sz="2000" b="1" u="sng" dirty="0"/>
              <a:t>楽しい</a:t>
            </a:r>
            <a:r>
              <a:rPr kumimoji="1" lang="ja-JP" altLang="en-US" sz="2000" dirty="0"/>
              <a:t>。</a:t>
            </a:r>
            <a:endParaRPr kumimoji="1" lang="en-US" altLang="ja-JP" sz="20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313D182-3C38-1852-153F-072A58DF16ED}"/>
              </a:ext>
            </a:extLst>
          </p:cNvPr>
          <p:cNvSpPr txBox="1"/>
          <p:nvPr/>
        </p:nvSpPr>
        <p:spPr>
          <a:xfrm>
            <a:off x="3237087" y="3421481"/>
            <a:ext cx="5570756" cy="3426579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>
              <a:lnSpc>
                <a:spcPct val="250000"/>
              </a:lnSpc>
            </a:pPr>
            <a:r>
              <a:rPr kumimoji="1" lang="en-US" altLang="ja-JP" sz="2000" dirty="0"/>
              <a:t>   (                                          )</a:t>
            </a:r>
          </a:p>
          <a:p>
            <a:r>
              <a:rPr kumimoji="1" lang="ja-JP" altLang="en-US" sz="2000" dirty="0"/>
              <a:t>⑥きゅうりを</a:t>
            </a:r>
            <a:r>
              <a:rPr kumimoji="1" lang="ja-JP" altLang="en-US" sz="2000" b="1" u="sng" dirty="0"/>
              <a:t>作る</a:t>
            </a:r>
            <a:r>
              <a:rPr kumimoji="1" lang="ja-JP" altLang="en-US" sz="2000" dirty="0"/>
              <a:t>。</a:t>
            </a:r>
            <a:endParaRPr kumimoji="1" lang="en-US" altLang="ja-JP" sz="900" dirty="0"/>
          </a:p>
          <a:p>
            <a:pPr>
              <a:lnSpc>
                <a:spcPct val="250000"/>
              </a:lnSpc>
            </a:pPr>
            <a:r>
              <a:rPr kumimoji="1" lang="en-US" altLang="ja-JP" sz="2000" dirty="0"/>
              <a:t>   (                                          )</a:t>
            </a:r>
          </a:p>
          <a:p>
            <a:r>
              <a:rPr kumimoji="1" lang="ja-JP" altLang="en-US" sz="2000" dirty="0"/>
              <a:t>⑦</a:t>
            </a:r>
            <a:r>
              <a:rPr kumimoji="1" lang="ja-JP" altLang="en-US" sz="2000" b="1" u="sng" dirty="0"/>
              <a:t>虫</a:t>
            </a:r>
            <a:r>
              <a:rPr kumimoji="1" lang="ja-JP" altLang="en-US" sz="2000" dirty="0"/>
              <a:t>をつかまえる。</a:t>
            </a:r>
            <a:endParaRPr kumimoji="1" lang="en-US" altLang="ja-JP" sz="900" dirty="0"/>
          </a:p>
          <a:p>
            <a:pPr>
              <a:lnSpc>
                <a:spcPct val="250000"/>
              </a:lnSpc>
            </a:pPr>
            <a:r>
              <a:rPr kumimoji="1" lang="en-US" altLang="ja-JP" sz="2000" dirty="0"/>
              <a:t>   (                                          )</a:t>
            </a:r>
          </a:p>
          <a:p>
            <a:r>
              <a:rPr kumimoji="1" lang="ja-JP" altLang="en-US" sz="2000" dirty="0"/>
              <a:t>⑧きゅうしょくの</a:t>
            </a:r>
            <a:r>
              <a:rPr kumimoji="1" lang="ja-JP" altLang="en-US" sz="2000" b="1" u="sng" dirty="0"/>
              <a:t>時間</a:t>
            </a:r>
            <a:r>
              <a:rPr kumimoji="1" lang="ja-JP" altLang="en-US" sz="2000" dirty="0"/>
              <a:t>です。</a:t>
            </a:r>
            <a:endParaRPr kumimoji="1" lang="en-US" altLang="ja-JP" sz="900" dirty="0"/>
          </a:p>
          <a:p>
            <a:pPr>
              <a:lnSpc>
                <a:spcPct val="250000"/>
              </a:lnSpc>
            </a:pPr>
            <a:r>
              <a:rPr kumimoji="1" lang="en-US" altLang="ja-JP" sz="2000" dirty="0"/>
              <a:t>   (                                          )</a:t>
            </a:r>
          </a:p>
          <a:p>
            <a:r>
              <a:rPr kumimoji="1" lang="ja-JP" altLang="en-US" sz="2000" dirty="0"/>
              <a:t>⑨ねこの</a:t>
            </a:r>
            <a:r>
              <a:rPr kumimoji="1" lang="ja-JP" altLang="en-US" sz="2000" b="1" u="sng" dirty="0"/>
              <a:t>耳</a:t>
            </a:r>
            <a:r>
              <a:rPr kumimoji="1" lang="ja-JP" altLang="en-US" sz="2000" dirty="0"/>
              <a:t>をさわる。</a:t>
            </a:r>
            <a:endParaRPr kumimoji="1" lang="en-US" altLang="ja-JP" sz="900" dirty="0"/>
          </a:p>
          <a:p>
            <a:pPr>
              <a:lnSpc>
                <a:spcPct val="250000"/>
              </a:lnSpc>
            </a:pPr>
            <a:r>
              <a:rPr kumimoji="1" lang="en-US" altLang="ja-JP" sz="2000" dirty="0"/>
              <a:t>   (                                         )</a:t>
            </a:r>
          </a:p>
          <a:p>
            <a:r>
              <a:rPr kumimoji="1" lang="ja-JP" altLang="en-US" sz="2000" dirty="0"/>
              <a:t>⑩はこの</a:t>
            </a:r>
            <a:r>
              <a:rPr kumimoji="1" lang="ja-JP" altLang="en-US" sz="2000" b="1" u="sng" dirty="0"/>
              <a:t>中</a:t>
            </a:r>
            <a:r>
              <a:rPr kumimoji="1" lang="ja-JP" altLang="en-US" sz="2000" dirty="0"/>
              <a:t>はなんだろう。</a:t>
            </a:r>
            <a:endParaRPr kumimoji="1" lang="en-US" altLang="ja-JP" sz="2000" dirty="0"/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B2DC1815-12DB-01C6-F53C-021AEE5C305A}"/>
              </a:ext>
            </a:extLst>
          </p:cNvPr>
          <p:cNvCxnSpPr>
            <a:cxnSpLocks/>
          </p:cNvCxnSpPr>
          <p:nvPr/>
        </p:nvCxnSpPr>
        <p:spPr>
          <a:xfrm>
            <a:off x="3211144" y="3255634"/>
            <a:ext cx="522016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572CD186-2935-F69D-9751-FB5882D978BE}"/>
              </a:ext>
            </a:extLst>
          </p:cNvPr>
          <p:cNvCxnSpPr>
            <a:cxnSpLocks/>
          </p:cNvCxnSpPr>
          <p:nvPr/>
        </p:nvCxnSpPr>
        <p:spPr>
          <a:xfrm flipV="1">
            <a:off x="3211144" y="148227"/>
            <a:ext cx="0" cy="653640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表 16">
            <a:extLst>
              <a:ext uri="{FF2B5EF4-FFF2-40B4-BE49-F238E27FC236}">
                <a16:creationId xmlns:a16="http://schemas.microsoft.com/office/drawing/2014/main" id="{E6BEA3DA-E4E5-4F09-4A81-C054C70F18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9480820"/>
              </p:ext>
            </p:extLst>
          </p:nvPr>
        </p:nvGraphicFramePr>
        <p:xfrm>
          <a:off x="1918446" y="50181"/>
          <a:ext cx="922459" cy="6767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934">
                  <a:extLst>
                    <a:ext uri="{9D8B030D-6E8A-4147-A177-3AD203B41FA5}">
                      <a16:colId xmlns:a16="http://schemas.microsoft.com/office/drawing/2014/main" val="1713360762"/>
                    </a:ext>
                  </a:extLst>
                </a:gridCol>
                <a:gridCol w="212525">
                  <a:extLst>
                    <a:ext uri="{9D8B030D-6E8A-4147-A177-3AD203B41FA5}">
                      <a16:colId xmlns:a16="http://schemas.microsoft.com/office/drawing/2014/main" val="2680084964"/>
                    </a:ext>
                  </a:extLst>
                </a:gridCol>
              </a:tblGrid>
              <a:tr h="676738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8340823"/>
                  </a:ext>
                </a:extLst>
              </a:tr>
              <a:tr h="676738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8254549"/>
                  </a:ext>
                </a:extLst>
              </a:tr>
              <a:tr h="676738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317674"/>
                  </a:ext>
                </a:extLst>
              </a:tr>
              <a:tr h="676738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1612204"/>
                  </a:ext>
                </a:extLst>
              </a:tr>
              <a:tr h="676738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5261173"/>
                  </a:ext>
                </a:extLst>
              </a:tr>
              <a:tr h="676738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8169012"/>
                  </a:ext>
                </a:extLst>
              </a:tr>
              <a:tr h="676738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4491127"/>
                  </a:ext>
                </a:extLst>
              </a:tr>
              <a:tr h="676738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9686559"/>
                  </a:ext>
                </a:extLst>
              </a:tr>
              <a:tr h="676738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95793"/>
                  </a:ext>
                </a:extLst>
              </a:tr>
              <a:tr h="676738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6517883"/>
                  </a:ext>
                </a:extLst>
              </a:tr>
            </a:tbl>
          </a:graphicData>
        </a:graphic>
      </p:graphicFrame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6A979F62-E518-FB7E-FB7D-2CD99EDC64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7912211"/>
              </p:ext>
            </p:extLst>
          </p:nvPr>
        </p:nvGraphicFramePr>
        <p:xfrm>
          <a:off x="995986" y="51627"/>
          <a:ext cx="922459" cy="6767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934">
                  <a:extLst>
                    <a:ext uri="{9D8B030D-6E8A-4147-A177-3AD203B41FA5}">
                      <a16:colId xmlns:a16="http://schemas.microsoft.com/office/drawing/2014/main" val="1713360762"/>
                    </a:ext>
                  </a:extLst>
                </a:gridCol>
                <a:gridCol w="212525">
                  <a:extLst>
                    <a:ext uri="{9D8B030D-6E8A-4147-A177-3AD203B41FA5}">
                      <a16:colId xmlns:a16="http://schemas.microsoft.com/office/drawing/2014/main" val="2680084964"/>
                    </a:ext>
                  </a:extLst>
                </a:gridCol>
              </a:tblGrid>
              <a:tr h="676738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8340823"/>
                  </a:ext>
                </a:extLst>
              </a:tr>
              <a:tr h="676738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8254549"/>
                  </a:ext>
                </a:extLst>
              </a:tr>
              <a:tr h="676738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317674"/>
                  </a:ext>
                </a:extLst>
              </a:tr>
              <a:tr h="676738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1612204"/>
                  </a:ext>
                </a:extLst>
              </a:tr>
              <a:tr h="676738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5261173"/>
                  </a:ext>
                </a:extLst>
              </a:tr>
              <a:tr h="676738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8169012"/>
                  </a:ext>
                </a:extLst>
              </a:tr>
              <a:tr h="676738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4491127"/>
                  </a:ext>
                </a:extLst>
              </a:tr>
              <a:tr h="676738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9686559"/>
                  </a:ext>
                </a:extLst>
              </a:tr>
              <a:tr h="676738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95793"/>
                  </a:ext>
                </a:extLst>
              </a:tr>
              <a:tr h="676738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6517883"/>
                  </a:ext>
                </a:extLst>
              </a:tr>
            </a:tbl>
          </a:graphicData>
        </a:graphic>
      </p:graphicFrame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7FD8FAE2-4987-A3C2-9689-5B574901E4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2830204"/>
              </p:ext>
            </p:extLst>
          </p:nvPr>
        </p:nvGraphicFramePr>
        <p:xfrm>
          <a:off x="73526" y="50181"/>
          <a:ext cx="922459" cy="6767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934">
                  <a:extLst>
                    <a:ext uri="{9D8B030D-6E8A-4147-A177-3AD203B41FA5}">
                      <a16:colId xmlns:a16="http://schemas.microsoft.com/office/drawing/2014/main" val="1713360762"/>
                    </a:ext>
                  </a:extLst>
                </a:gridCol>
                <a:gridCol w="212525">
                  <a:extLst>
                    <a:ext uri="{9D8B030D-6E8A-4147-A177-3AD203B41FA5}">
                      <a16:colId xmlns:a16="http://schemas.microsoft.com/office/drawing/2014/main" val="2680084964"/>
                    </a:ext>
                  </a:extLst>
                </a:gridCol>
              </a:tblGrid>
              <a:tr h="676738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8340823"/>
                  </a:ext>
                </a:extLst>
              </a:tr>
              <a:tr h="676738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8254549"/>
                  </a:ext>
                </a:extLst>
              </a:tr>
              <a:tr h="676738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317674"/>
                  </a:ext>
                </a:extLst>
              </a:tr>
              <a:tr h="676738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1612204"/>
                  </a:ext>
                </a:extLst>
              </a:tr>
              <a:tr h="676738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5261173"/>
                  </a:ext>
                </a:extLst>
              </a:tr>
              <a:tr h="676738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8169012"/>
                  </a:ext>
                </a:extLst>
              </a:tr>
              <a:tr h="676738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4491127"/>
                  </a:ext>
                </a:extLst>
              </a:tr>
              <a:tr h="676738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9686559"/>
                  </a:ext>
                </a:extLst>
              </a:tr>
              <a:tr h="676738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95793"/>
                  </a:ext>
                </a:extLst>
              </a:tr>
              <a:tr h="676738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6517883"/>
                  </a:ext>
                </a:extLst>
              </a:tr>
            </a:tbl>
          </a:graphicData>
        </a:graphic>
      </p:graphicFrame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C354F92-43E1-80BC-85EA-6CF550D7BC24}"/>
              </a:ext>
            </a:extLst>
          </p:cNvPr>
          <p:cNvSpPr txBox="1"/>
          <p:nvPr/>
        </p:nvSpPr>
        <p:spPr>
          <a:xfrm>
            <a:off x="2795192" y="9940"/>
            <a:ext cx="461665" cy="185930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kumimoji="1" lang="ja-JP" altLang="en-US" dirty="0"/>
              <a:t>やりなおし</a:t>
            </a:r>
          </a:p>
        </p:txBody>
      </p:sp>
    </p:spTree>
    <p:extLst>
      <p:ext uri="{BB962C8B-B14F-4D97-AF65-F5344CB8AC3E}">
        <p14:creationId xmlns:p14="http://schemas.microsoft.com/office/powerpoint/2010/main" val="2743123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18</TotalTime>
  <Words>97</Words>
  <Application>Microsoft Office PowerPoint</Application>
  <PresentationFormat>A4 210 x 297 mm</PresentationFormat>
  <Paragraphs>23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asanofd@outlook.jp</dc:creator>
  <cp:lastModifiedBy>asanofd@outlook.jp</cp:lastModifiedBy>
  <cp:revision>2</cp:revision>
  <dcterms:created xsi:type="dcterms:W3CDTF">2025-06-22T14:05:53Z</dcterms:created>
  <dcterms:modified xsi:type="dcterms:W3CDTF">2026-01-24T13:16:03Z</dcterms:modified>
</cp:coreProperties>
</file>